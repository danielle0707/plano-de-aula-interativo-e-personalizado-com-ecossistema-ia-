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0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00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93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7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3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79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8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2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62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72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90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760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77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6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8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798690"/>
            <a:ext cx="5308866" cy="1515533"/>
          </a:xfrm>
        </p:spPr>
        <p:txBody>
          <a:bodyPr/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dirty="0" err="1" smtClean="0"/>
              <a:t>Utilizando</a:t>
            </a:r>
            <a:r>
              <a:rPr dirty="0" smtClean="0"/>
              <a:t> </a:t>
            </a:r>
            <a:r>
              <a:rPr dirty="0"/>
              <a:t>a </a:t>
            </a:r>
            <a:r>
              <a:rPr dirty="0" err="1"/>
              <a:t>Inteligência</a:t>
            </a:r>
            <a:r>
              <a:rPr dirty="0"/>
              <a:t> Artificial para o </a:t>
            </a:r>
            <a:r>
              <a:rPr dirty="0" err="1"/>
              <a:t>Estudo</a:t>
            </a:r>
            <a:r>
              <a:rPr dirty="0"/>
              <a:t> do </a:t>
            </a:r>
            <a:r>
              <a:rPr dirty="0" err="1"/>
              <a:t>Direito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4141535"/>
            <a:ext cx="5308866" cy="1377651"/>
          </a:xfrm>
        </p:spPr>
        <p:txBody>
          <a:bodyPr/>
          <a:lstStyle/>
          <a:p>
            <a:r>
              <a:rPr dirty="0" err="1"/>
              <a:t>Curso</a:t>
            </a:r>
            <a:r>
              <a:rPr dirty="0"/>
              <a:t> de </a:t>
            </a:r>
            <a:r>
              <a:rPr dirty="0" err="1"/>
              <a:t>Direito</a:t>
            </a:r>
            <a:r>
              <a:rPr dirty="0"/>
              <a:t> – 3º </a:t>
            </a:r>
            <a:r>
              <a:rPr dirty="0" err="1"/>
              <a:t>semestre</a:t>
            </a:r>
            <a:endParaRPr dirty="0"/>
          </a:p>
          <a:p>
            <a:r>
              <a:rPr dirty="0"/>
              <a:t>Aula </a:t>
            </a:r>
            <a:r>
              <a:rPr dirty="0" err="1"/>
              <a:t>presencial</a:t>
            </a:r>
            <a:r>
              <a:rPr dirty="0"/>
              <a:t> (50 </a:t>
            </a:r>
            <a:r>
              <a:rPr dirty="0" err="1"/>
              <a:t>minutos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está cada vez mais presente no meio jurídico e acadêmico</a:t>
            </a:r>
          </a:p>
          <a:p>
            <a:r>
              <a:t>Aplicações: pesquisa jurisprudencial, organização de estudos e escrita jurídica</a:t>
            </a:r>
          </a:p>
          <a:p>
            <a:r>
              <a:t>Importância do desenvolvimento de competências digitais com formação crítica e ética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ensino jurídico contemporâneo exige domínio de ferramentas tecnológicas</a:t>
            </a:r>
          </a:p>
          <a:p>
            <a:r>
              <a:t>A IA favorece autonomia e otimização do aprendizado</a:t>
            </a:r>
          </a:p>
          <a:p>
            <a:r>
              <a:t>Uso responsável e ético é essencial na formação do jurista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conceito básico de Inteligência Artificial</a:t>
            </a:r>
          </a:p>
          <a:p>
            <a:r>
              <a:t>Identificar aplicações da IA no estudo do Direito</a:t>
            </a:r>
          </a:p>
          <a:p>
            <a:r>
              <a:t>Utilizar a IA como ferramenta de apoio ao aprendizado jurídico</a:t>
            </a:r>
          </a:p>
          <a:p>
            <a:r>
              <a:t>Reconhecer limites, riscos e aspectos éticos do uso da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Programático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 introdutório de Inteligência Artificial</a:t>
            </a:r>
          </a:p>
          <a:p>
            <a:r>
              <a:t>IA generativa e ferramentas de apoio ao estudo</a:t>
            </a:r>
          </a:p>
          <a:p>
            <a:r>
              <a:t>Aplicações da IA no Direito</a:t>
            </a:r>
          </a:p>
          <a:p>
            <a:r>
              <a:t>Limites acadêmicos e éticos</a:t>
            </a:r>
          </a:p>
          <a:p>
            <a:r>
              <a:t>Boas práticas no uso da IA na graduação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Exposição dialogada (15 min)</a:t>
            </a:r>
          </a:p>
          <a:p>
            <a:r>
              <a:t>Demonstração orientada do uso de IA (10 min)</a:t>
            </a:r>
          </a:p>
          <a:p>
            <a:r>
              <a:t>Atividade prática individual ou em grupo (15 min)</a:t>
            </a:r>
          </a:p>
          <a:p>
            <a:r>
              <a:t>Discussão e fechamento crítico (10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da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Avaliação formativa</a:t>
            </a:r>
          </a:p>
          <a:p>
            <a:r>
              <a:t>Exercícios discursivos em sala ou pós-aula</a:t>
            </a:r>
          </a:p>
          <a:p>
            <a:r>
              <a:t>Ênfase em raciocínio jurídico, clareza e reflexão ética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Exercícios de Revisão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Grupo A: conceito de IA, aplicações básicas e cuidados éticos</a:t>
            </a:r>
          </a:p>
          <a:p>
            <a:r>
              <a:t>Grupo B: exemplos práticos, riscos e boas práticas</a:t>
            </a:r>
          </a:p>
          <a:p>
            <a:r>
              <a:t>Atividades adequadas ao nível de conhecimento dos alunos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IA, Ética e Responsabilidade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não substitui o pensamento crítico</a:t>
            </a:r>
          </a:p>
          <a:p>
            <a:r>
              <a:t>Riscos: dependência excessiva, erros e vieses</a:t>
            </a:r>
          </a:p>
          <a:p>
            <a:r>
              <a:t>Uso consciente, transparente e acadêmico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como ferramenta de apoio ao estudo jurídico</a:t>
            </a:r>
          </a:p>
          <a:p>
            <a:r>
              <a:t>Importância do uso crítico e ético</a:t>
            </a:r>
          </a:p>
          <a:p>
            <a:r>
              <a:t>Preparação para o mercado jurídico contemporâneo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282</Words>
  <Application>Microsoft Office PowerPoint</Application>
  <PresentationFormat>Apresentação na tela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Orgânico</vt:lpstr>
      <vt:lpstr>          Utilizando a Inteligência Artificial para o Estudo do Direito</vt:lpstr>
      <vt:lpstr>Contexto</vt:lpstr>
      <vt:lpstr>Justificativa</vt:lpstr>
      <vt:lpstr>Objetivos de Aprendizagem</vt:lpstr>
      <vt:lpstr>Conteúdo Programático</vt:lpstr>
      <vt:lpstr>Metodologia</vt:lpstr>
      <vt:lpstr>Avaliação da Aprendizagem</vt:lpstr>
      <vt:lpstr>Exercícios de Revisão</vt:lpstr>
      <vt:lpstr>IA, Ética e Responsabilidade</vt:lpstr>
      <vt:lpstr>Encerramento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Utilizando a Inteligência Artificial para o Estudo do Direito</dc:title>
  <dc:subject/>
  <dc:creator>User</dc:creator>
  <cp:keywords/>
  <dc:description>generated using python-pptx</dc:description>
  <cp:lastModifiedBy>Conta da Microsoft</cp:lastModifiedBy>
  <cp:revision>2</cp:revision>
  <dcterms:created xsi:type="dcterms:W3CDTF">2013-01-27T09:14:16Z</dcterms:created>
  <dcterms:modified xsi:type="dcterms:W3CDTF">2026-01-30T16:05:59Z</dcterms:modified>
  <cp:category/>
</cp:coreProperties>
</file>